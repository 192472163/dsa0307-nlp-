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33929-55D7-4328-86C0-59E8C8EBDC62}" v="3" dt="2026-07-28T03:26:03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" userId="4ab2eff949d8ebd1" providerId="LiveId" clId="{2B34F1E5-3BBE-497F-9028-888D67D4A296}"/>
    <pc:docChg chg="custSel modSld modMainMaster">
      <pc:chgData name="harsha vardhan" userId="4ab2eff949d8ebd1" providerId="LiveId" clId="{2B34F1E5-3BBE-497F-9028-888D67D4A296}" dt="2026-07-28T03:25:22.874" v="33"/>
      <pc:docMkLst>
        <pc:docMk/>
      </pc:docMkLst>
      <pc:sldChg chg="addSp modSp mod">
        <pc:chgData name="harsha vardhan" userId="4ab2eff949d8ebd1" providerId="LiveId" clId="{2B34F1E5-3BBE-497F-9028-888D67D4A296}" dt="2026-07-28T03:00:00.864" v="29" actId="1076"/>
        <pc:sldMkLst>
          <pc:docMk/>
          <pc:sldMk cId="456204226" sldId="256"/>
        </pc:sldMkLst>
        <pc:spChg chg="add mod">
          <ac:chgData name="harsha vardhan" userId="4ab2eff949d8ebd1" providerId="LiveId" clId="{2B34F1E5-3BBE-497F-9028-888D67D4A296}" dt="2026-07-28T02:41:23.126" v="14" actId="1076"/>
          <ac:spMkLst>
            <pc:docMk/>
            <pc:sldMk cId="456204226" sldId="256"/>
            <ac:spMk id="3" creationId="{51A3F978-71B4-300C-A0B1-C424DF4EF24A}"/>
          </ac:spMkLst>
        </pc:spChg>
        <pc:spChg chg="add mod">
          <ac:chgData name="harsha vardhan" userId="4ab2eff949d8ebd1" providerId="LiveId" clId="{2B34F1E5-3BBE-497F-9028-888D67D4A296}" dt="2026-07-28T02:59:55.496" v="28" actId="1076"/>
          <ac:spMkLst>
            <pc:docMk/>
            <pc:sldMk cId="456204226" sldId="256"/>
            <ac:spMk id="5" creationId="{7D6C4714-A724-2DF5-BA16-DF0B9C01A1B8}"/>
          </ac:spMkLst>
        </pc:spChg>
        <pc:spChg chg="mod">
          <ac:chgData name="harsha vardhan" userId="4ab2eff949d8ebd1" providerId="LiveId" clId="{2B34F1E5-3BBE-497F-9028-888D67D4A296}" dt="2026-07-28T02:41:30.898" v="15" actId="1076"/>
          <ac:spMkLst>
            <pc:docMk/>
            <pc:sldMk cId="456204226" sldId="256"/>
            <ac:spMk id="7" creationId="{A594DA79-100B-2994-76AF-55D681496BAF}"/>
          </ac:spMkLst>
        </pc:spChg>
        <pc:spChg chg="mod">
          <ac:chgData name="harsha vardhan" userId="4ab2eff949d8ebd1" providerId="LiveId" clId="{2B34F1E5-3BBE-497F-9028-888D67D4A296}" dt="2026-07-28T03:00:00.864" v="29" actId="1076"/>
          <ac:spMkLst>
            <pc:docMk/>
            <pc:sldMk cId="456204226" sldId="256"/>
            <ac:spMk id="9" creationId="{9772D178-68C2-286E-2409-5A0CC72B72B0}"/>
          </ac:spMkLst>
        </pc:spChg>
        <pc:spChg chg="mod">
          <ac:chgData name="harsha vardhan" userId="4ab2eff949d8ebd1" providerId="LiveId" clId="{2B34F1E5-3BBE-497F-9028-888D67D4A296}" dt="2026-07-28T02:59:49.617" v="27" actId="1076"/>
          <ac:spMkLst>
            <pc:docMk/>
            <pc:sldMk cId="456204226" sldId="256"/>
            <ac:spMk id="11" creationId="{8B9436A6-FB6E-A02F-12AC-F6D7D8AB2526}"/>
          </ac:spMkLst>
        </pc:spChg>
      </pc:sldChg>
      <pc:sldChg chg="modSp mod">
        <pc:chgData name="harsha vardhan" userId="4ab2eff949d8ebd1" providerId="LiveId" clId="{2B34F1E5-3BBE-497F-9028-888D67D4A296}" dt="2026-07-28T02:38:42.313" v="0" actId="1076"/>
        <pc:sldMkLst>
          <pc:docMk/>
          <pc:sldMk cId="2998128290" sldId="257"/>
        </pc:sldMkLst>
        <pc:spChg chg="mod">
          <ac:chgData name="harsha vardhan" userId="4ab2eff949d8ebd1" providerId="LiveId" clId="{2B34F1E5-3BBE-497F-9028-888D67D4A296}" dt="2026-07-28T02:38:42.313" v="0" actId="1076"/>
          <ac:spMkLst>
            <pc:docMk/>
            <pc:sldMk cId="2998128290" sldId="257"/>
            <ac:spMk id="7" creationId="{349D1CA8-44D2-A61A-8037-74EE9B1693D9}"/>
          </ac:spMkLst>
        </pc:spChg>
      </pc:sldChg>
      <pc:sldChg chg="modSp mod">
        <pc:chgData name="harsha vardhan" userId="4ab2eff949d8ebd1" providerId="LiveId" clId="{2B34F1E5-3BBE-497F-9028-888D67D4A296}" dt="2026-07-28T03:21:09.318" v="31" actId="2710"/>
        <pc:sldMkLst>
          <pc:docMk/>
          <pc:sldMk cId="1250470467" sldId="258"/>
        </pc:sldMkLst>
        <pc:spChg chg="mod">
          <ac:chgData name="harsha vardhan" userId="4ab2eff949d8ebd1" providerId="LiveId" clId="{2B34F1E5-3BBE-497F-9028-888D67D4A296}" dt="2026-07-28T03:21:09.318" v="31" actId="2710"/>
          <ac:spMkLst>
            <pc:docMk/>
            <pc:sldMk cId="1250470467" sldId="258"/>
            <ac:spMk id="7" creationId="{3047ABF0-028C-B209-5E31-DCC44CD312AD}"/>
          </ac:spMkLst>
        </pc:spChg>
      </pc:sldChg>
      <pc:sldChg chg="modSp mod">
        <pc:chgData name="harsha vardhan" userId="4ab2eff949d8ebd1" providerId="LiveId" clId="{2B34F1E5-3BBE-497F-9028-888D67D4A296}" dt="2026-07-28T02:39:11.164" v="6" actId="1076"/>
        <pc:sldMkLst>
          <pc:docMk/>
          <pc:sldMk cId="2382875800" sldId="259"/>
        </pc:sldMkLst>
        <pc:spChg chg="mod">
          <ac:chgData name="harsha vardhan" userId="4ab2eff949d8ebd1" providerId="LiveId" clId="{2B34F1E5-3BBE-497F-9028-888D67D4A296}" dt="2026-07-28T02:39:11.164" v="6" actId="1076"/>
          <ac:spMkLst>
            <pc:docMk/>
            <pc:sldMk cId="2382875800" sldId="259"/>
            <ac:spMk id="7" creationId="{C23778F7-985B-4B8B-8407-93AC848CF29C}"/>
          </ac:spMkLst>
        </pc:spChg>
      </pc:sldChg>
      <pc:sldChg chg="modSp mod">
        <pc:chgData name="harsha vardhan" userId="4ab2eff949d8ebd1" providerId="LiveId" clId="{2B34F1E5-3BBE-497F-9028-888D67D4A296}" dt="2026-07-28T02:56:35.745" v="16" actId="1076"/>
        <pc:sldMkLst>
          <pc:docMk/>
          <pc:sldMk cId="3331516442" sldId="261"/>
        </pc:sldMkLst>
        <pc:spChg chg="mod">
          <ac:chgData name="harsha vardhan" userId="4ab2eff949d8ebd1" providerId="LiveId" clId="{2B34F1E5-3BBE-497F-9028-888D67D4A296}" dt="2026-07-28T02:56:35.745" v="16" actId="1076"/>
          <ac:spMkLst>
            <pc:docMk/>
            <pc:sldMk cId="3331516442" sldId="261"/>
            <ac:spMk id="5" creationId="{57FFAA90-DDA5-FD87-3B14-F3FEF7367DEF}"/>
          </ac:spMkLst>
        </pc:spChg>
      </pc:sldChg>
      <pc:sldMasterChg chg="modSldLayout">
        <pc:chgData name="harsha vardhan" userId="4ab2eff949d8ebd1" providerId="LiveId" clId="{2B34F1E5-3BBE-497F-9028-888D67D4A296}" dt="2026-07-28T03:25:22.874" v="33"/>
        <pc:sldMasterMkLst>
          <pc:docMk/>
          <pc:sldMasterMk cId="1735455554" sldId="2147483665"/>
        </pc:sldMasterMkLst>
        <pc:sldLayoutChg chg="addSp delSp">
          <pc:chgData name="harsha vardhan" userId="4ab2eff949d8ebd1" providerId="LiveId" clId="{2B34F1E5-3BBE-497F-9028-888D67D4A296}" dt="2026-07-28T03:25:22.874" v="33"/>
          <pc:sldLayoutMkLst>
            <pc:docMk/>
            <pc:sldMasterMk cId="1735455554" sldId="2147483665"/>
            <pc:sldLayoutMk cId="230703803" sldId="2147483693"/>
          </pc:sldLayoutMkLst>
          <pc:spChg chg="add del">
            <ac:chgData name="harsha vardhan" userId="4ab2eff949d8ebd1" providerId="LiveId" clId="{2B34F1E5-3BBE-497F-9028-888D67D4A296}" dt="2026-07-28T03:25:22.874" v="33"/>
            <ac:spMkLst>
              <pc:docMk/>
              <pc:sldMasterMk cId="1735455554" sldId="2147483665"/>
              <pc:sldLayoutMk cId="230703803" sldId="2147483693"/>
              <ac:spMk id="7" creationId="{00000000-0000-0000-0000-000000000000}"/>
            </ac:spMkLst>
          </pc:spChg>
        </pc:sldLayoutChg>
        <pc:sldLayoutChg chg="addSp delSp">
          <pc:chgData name="harsha vardhan" userId="4ab2eff949d8ebd1" providerId="LiveId" clId="{2B34F1E5-3BBE-497F-9028-888D67D4A296}" dt="2026-07-28T03:25:22.874" v="33"/>
          <pc:sldLayoutMkLst>
            <pc:docMk/>
            <pc:sldMasterMk cId="1735455554" sldId="2147483665"/>
            <pc:sldLayoutMk cId="1672315641" sldId="2147483694"/>
          </pc:sldLayoutMkLst>
          <pc:spChg chg="add del">
            <ac:chgData name="harsha vardhan" userId="4ab2eff949d8ebd1" providerId="LiveId" clId="{2B34F1E5-3BBE-497F-9028-888D67D4A296}" dt="2026-07-28T03:25:22.874" v="33"/>
            <ac:spMkLst>
              <pc:docMk/>
              <pc:sldMasterMk cId="1735455554" sldId="2147483665"/>
              <pc:sldLayoutMk cId="1672315641" sldId="2147483694"/>
              <ac:spMk id="8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94DA79-100B-2994-76AF-55D681496BAF}"/>
              </a:ext>
            </a:extLst>
          </p:cNvPr>
          <p:cNvSpPr txBox="1"/>
          <p:nvPr/>
        </p:nvSpPr>
        <p:spPr>
          <a:xfrm>
            <a:off x="1366156" y="1184507"/>
            <a:ext cx="9998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NLP Pipeline: From Regular Expressions to Morphological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2D178-68C2-286E-2409-5A0CC72B72B0}"/>
              </a:ext>
            </a:extLst>
          </p:cNvPr>
          <p:cNvSpPr txBox="1"/>
          <p:nvPr/>
        </p:nvSpPr>
        <p:spPr>
          <a:xfrm>
            <a:off x="7756072" y="4829672"/>
            <a:ext cx="4060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200" b="1" spc="-4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br>
              <a:rPr lang="en-US" sz="22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Harshavardhan R V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(192472163)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436A6-FB6E-A02F-12AC-F6D7D8AB2526}"/>
              </a:ext>
            </a:extLst>
          </p:cNvPr>
          <p:cNvSpPr txBox="1"/>
          <p:nvPr/>
        </p:nvSpPr>
        <p:spPr>
          <a:xfrm>
            <a:off x="2275114" y="4829672"/>
            <a:ext cx="3614057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US" sz="24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K. Anbazhagan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3F978-71B4-300C-A0B1-C424DF4EF24A}"/>
              </a:ext>
            </a:extLst>
          </p:cNvPr>
          <p:cNvSpPr txBox="1"/>
          <p:nvPr/>
        </p:nvSpPr>
        <p:spPr>
          <a:xfrm>
            <a:off x="1700659" y="2905780"/>
            <a:ext cx="87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DSA0307-Natural Language Processing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95;g36bc379c7b1_0_551">
            <a:extLst>
              <a:ext uri="{FF2B5EF4-FFF2-40B4-BE49-F238E27FC236}">
                <a16:creationId xmlns:a16="http://schemas.microsoft.com/office/drawing/2014/main" id="{7D6C4714-A724-2DF5-BA16-DF0B9C01A1B8}"/>
              </a:ext>
            </a:extLst>
          </p:cNvPr>
          <p:cNvSpPr txBox="1"/>
          <p:nvPr/>
        </p:nvSpPr>
        <p:spPr>
          <a:xfrm>
            <a:off x="1589543" y="3404580"/>
            <a:ext cx="9551753" cy="121963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28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CO1 Assessment Tool -2:Technical Presentation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0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9D1CA8-44D2-A61A-8037-74EE9B1693D9}"/>
              </a:ext>
            </a:extLst>
          </p:cNvPr>
          <p:cNvSpPr txBox="1"/>
          <p:nvPr/>
        </p:nvSpPr>
        <p:spPr>
          <a:xfrm>
            <a:off x="1643744" y="1731468"/>
            <a:ext cx="10450286" cy="4178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helps computers understand and process human language.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identify and extract important text patterns efficiently.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removes unnecessary information and improves data quality.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 finds root words using stemming and lemmatization.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NLP pipelines improve language processing accuracy and efficiency.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9A22E-23D0-CEDA-1A35-2CC68B2853D8}"/>
              </a:ext>
            </a:extLst>
          </p:cNvPr>
          <p:cNvSpPr txBox="1"/>
          <p:nvPr/>
        </p:nvSpPr>
        <p:spPr>
          <a:xfrm>
            <a:off x="4256314" y="582778"/>
            <a:ext cx="434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9812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26237E-02E4-7DDC-C0EB-278BF8E5139E}"/>
              </a:ext>
            </a:extLst>
          </p:cNvPr>
          <p:cNvSpPr txBox="1"/>
          <p:nvPr/>
        </p:nvSpPr>
        <p:spPr>
          <a:xfrm>
            <a:off x="3646715" y="648092"/>
            <a:ext cx="6085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7ABF0-028C-B209-5E31-DCC44CD312AD}"/>
              </a:ext>
            </a:extLst>
          </p:cNvPr>
          <p:cNvSpPr txBox="1"/>
          <p:nvPr/>
        </p:nvSpPr>
        <p:spPr>
          <a:xfrm>
            <a:off x="1491342" y="1905311"/>
            <a:ext cx="10700657" cy="4178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define search patterns for matching textual information accurately.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extract emails, phone numbers, dates, and identification numbers efficiently.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validates user inputs using predefined pattern matching rules consistently.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reduces manual effort during text preprocessing operations significantly.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improve speed and accuracy of text extraction processes. </a:t>
            </a:r>
          </a:p>
        </p:txBody>
      </p:sp>
    </p:spTree>
    <p:extLst>
      <p:ext uri="{BB962C8B-B14F-4D97-AF65-F5344CB8AC3E}">
        <p14:creationId xmlns:p14="http://schemas.microsoft.com/office/powerpoint/2010/main" val="125047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0AD87C-8998-495E-42C0-B82EDD4A910A}"/>
              </a:ext>
            </a:extLst>
          </p:cNvPr>
          <p:cNvSpPr txBox="1"/>
          <p:nvPr/>
        </p:nvSpPr>
        <p:spPr>
          <a:xfrm>
            <a:off x="3657599" y="6480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778F7-985B-4B8B-8407-93AC848CF29C}"/>
              </a:ext>
            </a:extLst>
          </p:cNvPr>
          <p:cNvSpPr txBox="1"/>
          <p:nvPr/>
        </p:nvSpPr>
        <p:spPr>
          <a:xfrm>
            <a:off x="1502225" y="1807339"/>
            <a:ext cx="10787745" cy="405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removes unwanted symbols unnecessary textual information effectively.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 divides sentences into individual words called meaningful tokens.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word removal eliminates common words without significant contextual meaning.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 ensures consistent representation of textual information across documents.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text improves subsequent Natural Language Processing task performance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238287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19EA7A-DC38-AC7A-2943-47976261A367}"/>
              </a:ext>
            </a:extLst>
          </p:cNvPr>
          <p:cNvSpPr txBox="1"/>
          <p:nvPr/>
        </p:nvSpPr>
        <p:spPr>
          <a:xfrm>
            <a:off x="2667001" y="648092"/>
            <a:ext cx="807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DC409-BF08-D029-E3F2-2A3329C88155}"/>
              </a:ext>
            </a:extLst>
          </p:cNvPr>
          <p:cNvSpPr txBox="1"/>
          <p:nvPr/>
        </p:nvSpPr>
        <p:spPr>
          <a:xfrm>
            <a:off x="1464129" y="1749896"/>
            <a:ext cx="10482943" cy="405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 studies internal structure and formation of meaningful words.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removes suffixes to obtain basic word root forms.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 converts words into dictionary base forms using linguistic rules.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analysis improves understanding of word relationships within sentences.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words enhance feature extraction and language model performance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305727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FFAA90-DDA5-FD87-3B14-F3FEF7367DEF}"/>
              </a:ext>
            </a:extLst>
          </p:cNvPr>
          <p:cNvSpPr txBox="1"/>
          <p:nvPr/>
        </p:nvSpPr>
        <p:spPr>
          <a:xfrm>
            <a:off x="1894113" y="1772254"/>
            <a:ext cx="10112829" cy="4178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pipelines support chatbots, sentiment analysis, and information extraction.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use NLP for efficient document retrieval.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automatically categorizes documents into meaningful classes.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processing improves reliability and language understanding capabilities.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regex and morphology creates efficient NLP processing systems.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98E3A-1DED-C0AF-3DF3-EB723945DE3A}"/>
              </a:ext>
            </a:extLst>
          </p:cNvPr>
          <p:cNvSpPr txBox="1"/>
          <p:nvPr/>
        </p:nvSpPr>
        <p:spPr>
          <a:xfrm>
            <a:off x="4474031" y="638173"/>
            <a:ext cx="3712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3151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A8BB34-B695-6EAA-7B75-22EFF66C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420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77</TotalTime>
  <Words>310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Century Gothic</vt:lpstr>
      <vt:lpstr>Helvetica Neue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</dc:creator>
  <cp:lastModifiedBy>harsha vardhan</cp:lastModifiedBy>
  <cp:revision>1</cp:revision>
  <dcterms:created xsi:type="dcterms:W3CDTF">2026-07-25T07:16:56Z</dcterms:created>
  <dcterms:modified xsi:type="dcterms:W3CDTF">2026-07-28T03:32:45Z</dcterms:modified>
</cp:coreProperties>
</file>